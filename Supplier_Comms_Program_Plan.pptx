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Response rate by region — Q1 vs Q2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9DB5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N. America</c:v>
                  </c:pt>
                  <c:pt idx="1">
                    <c:v>Europe</c:v>
                  </c:pt>
                  <c:pt idx="2">
                    <c:v>Asia Pacific</c:v>
                  </c:pt>
                  <c:pt idx="3">
                    <c:v>India</c:v>
                  </c:pt>
                  <c:pt idx="4">
                    <c:v>Mexico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75</c:v>
                </c:pt>
                <c:pt idx="2">
                  <c:v>61</c:v>
                </c:pt>
                <c:pt idx="3">
                  <c:v>67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N. America</c:v>
                  </c:pt>
                  <c:pt idx="1">
                    <c:v>Europe</c:v>
                  </c:pt>
                  <c:pt idx="2">
                    <c:v>Asia Pacific</c:v>
                  </c:pt>
                  <c:pt idx="3">
                    <c:v>India</c:v>
                  </c:pt>
                  <c:pt idx="4">
                    <c:v>Mexico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</c:v>
                </c:pt>
                <c:pt idx="1">
                  <c:v>82</c:v>
                </c:pt>
                <c:pt idx="2">
                  <c:v>71</c:v>
                </c:pt>
                <c:pt idx="3">
                  <c:v>74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544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9456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83464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4747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1148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7548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Communications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Intelligence Program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for driving supplier accountability,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integrity, and communication at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 Sreerama  |  Supply Chain Program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914400"/>
            <a:ext cx="18288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960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323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194560"/>
            <a:ext cx="18288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3232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3474720"/>
            <a:ext cx="18288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520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323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a structured supplier communication program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outreach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email different suppliers with no central tracking. Suppliers receive duplicate or conflicting requests.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7315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on responses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481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of 800+ suppliers responded, which ignored the request, and which need escalation.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7315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3101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data, risk assessments, and corrective actions come back inconsistent or missing. Data integrity is 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7315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leadership insight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3101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leadership asks 'how are our suppliers performing?' there is no clean answer — only scattered spreadsheets.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compliance risk, reactive firefighting, and no scalable way to manage 800+ supplier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Supplier Communications &amp; Intelligence Program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ask, who to ask, when to ask, and how often — for every supplier engagement 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tracking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764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who responded, who is pending, and who needs escalation — in real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435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764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contact records, validate supplier submissions, and flag incomplete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reporting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 rate dashboards, gap analysis, and executive summaries from live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6393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follow-up workflows with defined triggers, ownership, and resolution 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0F7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44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alignment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6393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sourcing, compliance, and operations to ensure supplier data meets business needs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suppliers, why, and how often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91440" cy="1874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Quarterly  ·  Target: All active suppliers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regulatory compliance data required for reporting obligations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emissions data per part/shipment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certificates and weight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declarations and substance compliance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Compliance dashboard submitted to regulatory bodies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914400"/>
            <a:ext cx="91440" cy="1874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05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298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Annual / triggered  ·  Target: Tier 1 and high-spend suppliers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supplier financial health, operational resilience, and risk exposure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 indicators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dependency flags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plans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 register updated, P1/P2/P3 supplier priority list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4114800" cy="1874520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26080"/>
            <a:ext cx="91440" cy="1874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verification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310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Semi-annual  ·  Target: Full supply 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547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accurate supplier contact data so outreach reaches the right person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procurement contact name and email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contact details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point of contact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553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Updated supplier contact database with verified records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926080"/>
            <a:ext cx="4114800" cy="187452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926080"/>
            <a:ext cx="91440" cy="18745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17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310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Event-triggered  ·  Target: Suppliers with quality or delivery issues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547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accountability for supplier performance failures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840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submission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plan with dates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corrective measures taken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553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Corrective action closed or escalated to category manager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by when — end to end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17320" y="224028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123444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960120"/>
            <a:ext cx="12344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campaign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campaign type, target suppliers, messaging, due date, escalation rules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80360" y="224028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960120"/>
            <a:ext cx="1234440" cy="3200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960120"/>
            <a:ext cx="123444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outreach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0992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structured outreach to target suppliers via email campaign with tracking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9164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992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0992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0992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43400" y="224028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960120"/>
            <a:ext cx="1234440" cy="320040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960120"/>
            <a:ext cx="12344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15468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responds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7296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submits required data through defined channel by campaign due date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5468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7296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7296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Weeks 2-4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06440" y="224028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960120"/>
            <a:ext cx="1234440" cy="32004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960120"/>
            <a:ext cx="12344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1772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follow up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3600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response rates, send reminders to non-responders, flag overdue suppliers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3600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3600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Ongoing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69480" y="224028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960120"/>
            <a:ext cx="1234440" cy="320040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960120"/>
            <a:ext cx="123444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8076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gaps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9904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non-responsive suppliers to category managers for direct intervention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9904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9904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Category Mgr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9904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Per trigger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98080" y="960120"/>
            <a:ext cx="123444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98080" y="960120"/>
            <a:ext cx="12344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0" y="9601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43800" y="14173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leadership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62088" y="1920240"/>
            <a:ext cx="11064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response rate dashboard, gap analysis, and executive summary to leadership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543800" y="3200400"/>
            <a:ext cx="1143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62088" y="3337560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62088" y="353872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62088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Monthly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Communications &amp; Intelligence Platform — built to run this program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7840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78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management: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outreach campaigns — response rates, reminders, escalation triggers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3677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36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database: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suppliers manually or import via CSV. Update status, track days since contact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9514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95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276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rates by region and tier, supplier status breakdown, trend charts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53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935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91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Auto-identifies non-responsive suppliers, missing contact data, low-performing regions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593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tracker: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96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list of suppliers flagged for immediate 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702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70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07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of full supplier status for leadership reporting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960120"/>
            <a:ext cx="4023360" cy="3200400"/>
          </a:xfrm>
          <a:prstGeom prst="rect">
            <a:avLst/>
          </a:prstGeom>
          <a:solidFill>
            <a:srgbClr val="F0FD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tejaswismandadi.github.io/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Supplier-Comms-Intelligence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2240280"/>
            <a:ext cx="3474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on the platform: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your own supplier CSV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 live campaign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Update supplier statuses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See dashboard update in real 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Export a leadership report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251960"/>
            <a:ext cx="4023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251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live platform 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SUCCESS CRITERIA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program performance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response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campaign, within due 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supplier response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outreach to submission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data 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non-bouncing emails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960120"/>
            <a:ext cx="19659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14d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0574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flag to action taken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51460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760720" y="2514600"/>
            <a:ext cx="3108960" cy="2377440"/>
          </a:xfrm>
          <a:prstGeom prst="rect">
            <a:avLst/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leadership report includes: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response rate vs target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3355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by region and tier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97880" y="36484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escalations and status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97880" y="3941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97880" y="4233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completion rates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897880" y="4526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 would build at KLA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structured outreach campaigns for compliance, risk, and corrective action — with clear ownership, messaging, and escalation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an accurate supplier contact database covering KLA's global supply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5409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supplier responsiveness at scale — automating follow-ups and escalating gaps before they become compliance risks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210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leadership-ready dashboards showing response rates, data completeness, and program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sourcing, compliance, and operations to ensure supplier data is structured, actionable, and aligned to business priorities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 Sreerama  |  tejaswismandadi@gmail.com  |  linkedin.com/in/tejaswisreerama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Communications &amp; Intelligence Program</dc:title>
  <dc:subject>PptxGenJS Presentation</dc:subject>
  <dc:creator>PptxGenJS</dc:creator>
  <cp:lastModifiedBy>PptxGenJS</cp:lastModifiedBy>
  <cp:revision>1</cp:revision>
  <dcterms:created xsi:type="dcterms:W3CDTF">2026-06-03T17:47:49Z</dcterms:created>
  <dcterms:modified xsi:type="dcterms:W3CDTF">2026-06-03T17:47:49Z</dcterms:modified>
</cp:coreProperties>
</file>